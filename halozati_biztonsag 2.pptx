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B4D8"/>
                </a:solidFill>
              </a:rPr>
              <a:t>Hálózati 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CCCC"/>
                </a:solidFill>
              </a:rPr>
              <a:t>Alapvető kockázatok és védekezési módszerek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CCEE"/>
                </a:solidFill>
              </a:rPr>
              <a:t>Témák: Erős jelszó · Tűzfal · Vírusvédelem · Adathalászat · Nyilvános WiFi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🔑  Erős jelszó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Kockázat: Gyenge vagy ismételt jelszavak könnyű célponttá tesznek.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Legalább 12 karakter: nagy- és kisbetűk, számok, speciális jelek.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Ne használd ugyanazt a jelszót több helyen!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Jelszókezelő alkalmazás ajánlott (pl. Bitwarden, KeePass).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Kétlépéses azonosítás (2FA) bekapcsolása mindenhol.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Rendszeres jelszócsere – különösen adatszivárgás esetén.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🛡️  Tűzfal (Firewall)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Kockázat: Illetéktelen hozzáférés a hálózathoz, rosszindulatú forgalom.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A tűzfal szűri a bejövő és kimenő hálózati forgalmat.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Hardveres (router) és szoftveres (OS beépített) tűzfal is létezik.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Mindig legyen bekapcsolva – otthon és munkahelyen egyaránt.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Szabályokat kell meghatározni: ki és mihez férhet hozzá.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Rendszeresen ellenőrizd a naplókat (log-fájlokat).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🦠  Vírusvédelem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Kockázat: Vírusok, kémprogramok, zsarolóvírusok (ransomware).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Telepíts megbízható antivírus szoftvert (pl. Windows Defender, Malwarebytes).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Tartsd naprakészen a vírusdefiníciókat – automatikus frissítés.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Ne nyiss meg ismeretlen forrásból érkező fájlokat vagy e-mail mellékleteket.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Rendszeres teljes rendszerellenőrzés (legalább hetente).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Az operációs rendszer és az alkalmazások frissítése is védelmet jelent.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🎣  Adathalászat (Phishing)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Kockázat: Személyes adatok, jelszavak, banki adatok ellopása.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Hamis e-mailek, weboldalak és üzenetek utánozzák a megbízható forrásokat.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Jellemzők: sürgős hangvétel, gyanús link, helyesírási hibák.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Soha ne kattints ismeretlen linkre – ellenőrizd a feladó e-mail-címét!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Bankok, hatóságok sosem kérnek jelszót e-mailben.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Gyanús üzenet esetén értesítsd a rendszergazdát vagy az IT-csapatot.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📶  Nyilvános WiFi veszélyei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Kockázat: Adatlopás, 'Man-in-the-Middle' támadás, hamis hozzáférési pont.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Nyilvános WiFi-n az adatforgalom könnyen lehallgatható.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Kerüld a bankolást, jelszavas bejelentkezést nyilvános hálózaton!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Használj VPN-t (Virtual Private Network) – titkosítja a forgalmat.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Ellenőrizd a hálózat nevét – a hackerek hamis 'Free WiFi' pontokat hoznak létre.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</a:rPr>
              <a:t>▶  Kapcsold ki az automatikus WiFi-csatlakozást az eszközödön.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</a:rPr>
              <a:t>✅  Összefoglalás &amp; Szimulációs bemutató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Mit tanultunk?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Erős jelszó → védett fiók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Tűzfal → védett hálózat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Vírusvédelem → védett eszköz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Adathalászat felismerése → védett adat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Nyilvános WiFi kerülése / VPN → védett kapcsolat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Szimulációs feladat: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Azonosíts phishing e-mailt a példák közül!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Értékeld egy jelszó erősségét!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▶  Döntsd el: csatlakoznál-e ehhez a WiFi-hez?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Office PowerPoint</Application>
  <PresentationFormat>Egyéni</PresentationFormat>
  <Paragraphs>49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 Köbli</dc:creator>
  <cp:keywords/>
  <dc:description>generated using python-pptx</dc:description>
  <cp:lastModifiedBy>Martin Köbli</cp:lastModifiedBy>
  <cp:revision>1</cp:revision>
  <dcterms:created xsi:type="dcterms:W3CDTF">2013-01-27T09:14:16Z</dcterms:created>
  <dcterms:modified xsi:type="dcterms:W3CDTF">2026-03-25T21:59:22Z</dcterms:modified>
  <cp:category/>
</cp:coreProperties>
</file>